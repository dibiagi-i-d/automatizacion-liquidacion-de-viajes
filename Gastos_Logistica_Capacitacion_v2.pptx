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4D399"/>
                </a:solidFill>
                <a:latin typeface="Segoe UI"/>
              </a:rPr>
              <a:t>CAPACITACION PARA CHOFERES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6949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FFFFFF"/>
                </a:solidFill>
                <a:latin typeface="Segoe UI"/>
              </a:rPr>
              <a:t>Gastos Logistica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9CA3AF"/>
                </a:solidFill>
                <a:latin typeface="Segoe UI"/>
              </a:rPr>
              <a:t>Como cargar los gastos de tu viaje</a:t>
            </a:r>
          </a:p>
          <a:p>
            <a:pPr algn="l">
              <a:lnSpc>
                <a:spcPct val="130000"/>
              </a:lnSpc>
            </a:pPr>
            <a:r>
              <a:rPr sz="2100" b="0">
                <a:solidFill>
                  <a:srgbClr val="9CA3AF"/>
                </a:solidFill>
                <a:latin typeface="Segoe UI"/>
              </a:rPr>
              <a:t>desde el celular, sacando una foto.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26280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/>
          <a:lstStyle/>
          <a:p>
            <a:pPr algn="ctr"/>
            <a:r>
              <a:rPr sz="1200" b="1">
                <a:solidFill>
                  <a:srgbClr val="9CA3AF"/>
                </a:solidFill>
                <a:latin typeface="Segoe UI"/>
              </a:rPr>
              <a:t>Argentina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4526280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/>
          <a:lstStyle/>
          <a:p>
            <a:pPr algn="ctr"/>
            <a:r>
              <a:rPr sz="1200" b="1">
                <a:solidFill>
                  <a:srgbClr val="9CA3AF"/>
                </a:solidFill>
                <a:latin typeface="Segoe UI"/>
              </a:rPr>
              <a:t>Chile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526280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/>
          <a:lstStyle/>
          <a:p>
            <a:pPr algn="ctr"/>
            <a:r>
              <a:rPr sz="1200" b="1">
                <a:solidFill>
                  <a:srgbClr val="9CA3AF"/>
                </a:solidFill>
                <a:latin typeface="Segoe UI"/>
              </a:rPr>
              <a:t>Uruguay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600200"/>
            <a:ext cx="3017520" cy="356616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528" y="1920240"/>
            <a:ext cx="2157984" cy="2157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66760" y="426110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App del chofer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62686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liquidaciondeviajes.vercel.app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Segoe UI"/>
              </a:rPr>
              <a:t>Transporte Logistico Internacional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4D399"/>
                </a:solidFill>
                <a:latin typeface="Segoe UI"/>
              </a:rPr>
              <a:t>EN 4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De la foto del ticket al gasto cargado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487168" cy="251460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15568" y="2578608"/>
            <a:ext cx="566928" cy="566928"/>
          </a:xfrm>
          <a:prstGeom prst="ellipse">
            <a:avLst/>
          </a:prstGeom>
          <a:solidFill>
            <a:srgbClr val="103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4D399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337560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Ingresa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794760"/>
            <a:ext cx="19385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Elegis tu nombre y tu camion.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Una sola vez al empezar.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2286000"/>
            <a:ext cx="2487168" cy="251460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785616" y="2578608"/>
            <a:ext cx="566928" cy="566928"/>
          </a:xfrm>
          <a:prstGeom prst="ellipse">
            <a:avLst/>
          </a:prstGeom>
          <a:solidFill>
            <a:srgbClr val="103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4D399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5616" y="3337560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Tu viaje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6" y="3794760"/>
            <a:ext cx="19385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El sistema encuentra solo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la hoja de ruta que te toca.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286000"/>
            <a:ext cx="2487168" cy="251460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55664" y="2578608"/>
            <a:ext cx="566928" cy="566928"/>
          </a:xfrm>
          <a:prstGeom prst="ellipse">
            <a:avLst/>
          </a:prstGeom>
          <a:solidFill>
            <a:srgbClr val="103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4D399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3337560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La foto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794760"/>
            <a:ext cx="19385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Sacas la foto del ticket.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Nada mas que eso.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3104" y="2286000"/>
            <a:ext cx="2487168" cy="251460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9125712" y="2578608"/>
            <a:ext cx="566928" cy="566928"/>
          </a:xfrm>
          <a:prstGeom prst="ellipse">
            <a:avLst/>
          </a:prstGeom>
          <a:solidFill>
            <a:srgbClr val="103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4D399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3337560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Listo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3794760"/>
            <a:ext cx="19385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La IA completa los datos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y vos confirmas.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38928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103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34440" y="537667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4D399"/>
                </a:solidFill>
                <a:latin typeface="Segoe UI"/>
              </a:rPr>
              <a:t>No hace falta saber de sistemas. Si sacas una foto con el celular, ya sabes usarla.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103C30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4D399"/>
                </a:solidFill>
                <a:latin typeface="Segoe UI"/>
              </a:rPr>
              <a:t>PRIMERA PARTE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604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El chofer</a:t>
            </a:r>
          </a:p>
        </p:txBody>
      </p:sp>
      <p:sp>
        <p:nvSpPr>
          <p:cNvPr id="7" name="Oval 6"/>
          <p:cNvSpPr/>
          <p:nvPr/>
        </p:nvSpPr>
        <p:spPr>
          <a:xfrm>
            <a:off x="1051560" y="427939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41605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Ingresa con su nombre y su camion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4846320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47274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El sistema le muestra el viaje que esta haciendo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541324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5294376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Saca la foto del ticket y la IA completa los datos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5980176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586130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Puede consultar lo que lleva cargado en ese viaje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4D399"/>
                </a:solidFill>
                <a:latin typeface="Segoe UI"/>
              </a:rPr>
              <a:t>PASO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6766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Ingresa a la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CA3AF"/>
                </a:solidFill>
                <a:latin typeface="Segoe UI"/>
              </a:rPr>
              <a:t>Dos datos y listo. No hay usuario ni contrasena.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80720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Escribi tu apellido y elegite de la lista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65576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355848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Escribi la patente de tu camion y elegila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23944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014216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Fijate que los dos datos queden en verde y azul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78231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672584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Toca Ingresar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257800"/>
            <a:ext cx="6675120" cy="841248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43000" y="5504688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0A5FA"/>
                </a:solidFill>
                <a:latin typeface="Segoe UI"/>
              </a:rPr>
              <a:t>Elegi TU camion. Con el de otro chofer no vas a ver ningun viaje.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3648" y="566928"/>
            <a:ext cx="2788920" cy="5724144"/>
          </a:xfrm>
          <a:prstGeom prst="roundRect">
            <a:avLst>
              <a:gd name="adj" fmla="val 6000"/>
            </a:avLst>
          </a:prstGeom>
          <a:solidFill>
            <a:srgbClr val="0A0C10"/>
          </a:solidFill>
          <a:ln w="12700">
            <a:solidFill>
              <a:srgbClr val="2E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511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4D399"/>
                </a:solidFill>
                <a:latin typeface="Segoe UI"/>
              </a:rPr>
              <a:t>PASO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6766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El sistema busca tu viaje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CA3AF"/>
                </a:solidFill>
                <a:latin typeface="Segoe UI"/>
              </a:rPr>
              <a:t>No tenes que elegir nada: la app sabe cual es tu hoja de ruta.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80720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Aparece el numero de viaje que estas haciendo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65576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355848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Con el tractor, el semi y la fecha de salida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23944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014216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Si dice TIEMPO REAL, salio del sistema de la empresa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78231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672584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Toca Agregar gasto a este viaje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257800"/>
            <a:ext cx="6675120" cy="841248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43000" y="5504688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BBF24"/>
                </a:solidFill>
                <a:latin typeface="Segoe UI"/>
              </a:rPr>
              <a:t>Se busca cruzando tu legajo con la patente: solo aparece tu viaje.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3648" y="566928"/>
            <a:ext cx="2788920" cy="5724144"/>
          </a:xfrm>
          <a:prstGeom prst="roundRect">
            <a:avLst>
              <a:gd name="adj" fmla="val 6000"/>
            </a:avLst>
          </a:prstGeom>
          <a:solidFill>
            <a:srgbClr val="0A0C10"/>
          </a:solidFill>
          <a:ln w="12700">
            <a:solidFill>
              <a:srgbClr val="2E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02_via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511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4D399"/>
                </a:solidFill>
                <a:latin typeface="Segoe UI"/>
              </a:rPr>
              <a:t>PASO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6766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Sacale la foto al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CA3AF"/>
                </a:solidFill>
                <a:latin typeface="Segoe UI"/>
              </a:rPr>
              <a:t>Este es el unico paso que realmente hacas vos.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80720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Toca el boton de la camara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65576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355848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Apoya el ticket en una superficie plana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23944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014216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Que entre completo y se lea bien el TOTAL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78231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672584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Evita sombras, reflejos y fotos movidas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257800"/>
            <a:ext cx="6675120" cy="841248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43000" y="5504688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0A5FA"/>
                </a:solidFill>
                <a:latin typeface="Segoe UI"/>
              </a:rPr>
              <a:t>Una foto clara es la diferencia entre que salga bien o tener que corregir.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3648" y="566928"/>
            <a:ext cx="2788920" cy="5724144"/>
          </a:xfrm>
          <a:prstGeom prst="roundRect">
            <a:avLst>
              <a:gd name="adj" fmla="val 6000"/>
            </a:avLst>
          </a:prstGeom>
          <a:solidFill>
            <a:srgbClr val="0A0C10"/>
          </a:solidFill>
          <a:ln w="12700">
            <a:solidFill>
              <a:srgbClr val="2E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03_f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511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4D399"/>
                </a:solidFill>
                <a:latin typeface="Segoe UI"/>
              </a:rPr>
              <a:t>PASO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6766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La IA completa los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CA3AF"/>
                </a:solidFill>
                <a:latin typeface="Segoe UI"/>
              </a:rPr>
              <a:t>En unos segundos quedan solo cuatro campos para revisar.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80720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Lee el importe, la fecha y el pais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65576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355848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Reconoce el comercio y clasifica el gasto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23944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014216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Revisa que el importe sea el correcto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78231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672584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Toca Guardar gasto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257800"/>
            <a:ext cx="6675120" cy="841248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43000" y="5504688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BBF24"/>
                </a:solidFill>
                <a:latin typeface="Segoe UI"/>
              </a:rPr>
              <a:t>Solo ves Fecha, Pais, Importe y Descripcion. Lo demas lo resuelve el sistema.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3648" y="566928"/>
            <a:ext cx="2788920" cy="5724144"/>
          </a:xfrm>
          <a:prstGeom prst="roundRect">
            <a:avLst>
              <a:gd name="adj" fmla="val 6000"/>
            </a:avLst>
          </a:prstGeom>
          <a:solidFill>
            <a:srgbClr val="0A0C10"/>
          </a:solidFill>
          <a:ln w="12700">
            <a:solidFill>
              <a:srgbClr val="2E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04_resul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511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4D399"/>
                </a:solidFill>
                <a:latin typeface="Segoe UI"/>
              </a:rPr>
              <a:t>PASO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6766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Consulta tu rendicion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CA3AF"/>
                </a:solidFill>
                <a:latin typeface="Segoe UI"/>
              </a:rPr>
              <a:t>Solo el viaje en curso, con un total por cada moneda.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80720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Se muestra unicamente la hoja de ruta en uso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65576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355848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Los pesos argentinos y los chilenos van separados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23944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014216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Ver detalle lista los gastos uno por uno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78231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672584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Los gastos no se borran desde el celular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257800"/>
            <a:ext cx="6675120" cy="841248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43000" y="5504688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0A5FA"/>
                </a:solidFill>
                <a:latin typeface="Segoe UI"/>
              </a:rPr>
              <a:t>Cada moneda lleva su propio total. Nunca se suman entre 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3648" y="566928"/>
            <a:ext cx="2788920" cy="5724144"/>
          </a:xfrm>
          <a:prstGeom prst="roundRect">
            <a:avLst>
              <a:gd name="adj" fmla="val 6000"/>
            </a:avLst>
          </a:prstGeom>
          <a:solidFill>
            <a:srgbClr val="0A0C10"/>
          </a:solidFill>
          <a:ln w="12700">
            <a:solidFill>
              <a:srgbClr val="2E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05_rendi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511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103C30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4D399"/>
                </a:solidFill>
                <a:latin typeface="Segoe UI"/>
              </a:rPr>
              <a:t>SEGUNDA PARTE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604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Administracion</a:t>
            </a:r>
          </a:p>
        </p:txBody>
      </p:sp>
      <p:sp>
        <p:nvSpPr>
          <p:cNvPr id="7" name="Oval 6"/>
          <p:cNvSpPr/>
          <p:nvPr/>
        </p:nvSpPr>
        <p:spPr>
          <a:xfrm>
            <a:off x="1051560" y="427939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416052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Revisa las rendiciones que cargaron los choferes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4846320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4727448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Corrige los datos que la IA pudo leer mal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541324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5294376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Aprueba la rendicion cuando esta controlada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5980176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5861304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Copia o exporta los registros para Softland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600200"/>
            <a:ext cx="3017520" cy="356616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qr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528" y="1920240"/>
            <a:ext cx="2157984" cy="21579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66760" y="426110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Panel de administracion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62686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/admin/login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PASO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Entrar al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Se accede desde /admin, con usuario y contrasena propios.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93392"/>
            <a:ext cx="7772400" cy="4645152"/>
          </a:xfrm>
          <a:prstGeom prst="roundRect">
            <a:avLst>
              <a:gd name="adj" fmla="val 6000"/>
            </a:avLst>
          </a:prstGeom>
          <a:solidFill>
            <a:srgbClr val="0A0C10"/>
          </a:solidFill>
          <a:ln w="12700">
            <a:solidFill>
              <a:srgbClr val="2E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6_admin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39112"/>
            <a:ext cx="7680960" cy="455371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732520" y="2258568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214884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Es una pantalla aparte de la del chofer</a:t>
            </a:r>
          </a:p>
        </p:txBody>
      </p:sp>
      <p:sp>
        <p:nvSpPr>
          <p:cNvPr id="10" name="Oval 9"/>
          <p:cNvSpPr/>
          <p:nvPr/>
        </p:nvSpPr>
        <p:spPr>
          <a:xfrm>
            <a:off x="8732520" y="300837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2898648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Solo para el area administrativa</a:t>
            </a:r>
          </a:p>
        </p:txBody>
      </p:sp>
      <p:sp>
        <p:nvSpPr>
          <p:cNvPr id="12" name="Oval 11"/>
          <p:cNvSpPr/>
          <p:nvPr/>
        </p:nvSpPr>
        <p:spPr>
          <a:xfrm>
            <a:off x="8732520" y="3758184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34272" y="3648456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Se entra por /admin/login (o con el QR)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4507992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4398264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Se cierra con el boton Salir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5532120"/>
            <a:ext cx="2880360" cy="86868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15400" y="5705856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0A5FA"/>
                </a:solidFill>
                <a:latin typeface="Segoe UI"/>
              </a:rPr>
              <a:t>El chofer nunca ve este panel ni los datos de otros choferes.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PASO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La lista de rendiciones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De un vistazo: cuantas hay, cuales faltan revisar y cuanto suman.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93392"/>
            <a:ext cx="7772400" cy="3840479"/>
          </a:xfrm>
          <a:prstGeom prst="roundRect">
            <a:avLst>
              <a:gd name="adj" fmla="val 6000"/>
            </a:avLst>
          </a:prstGeom>
          <a:solidFill>
            <a:srgbClr val="0A0C10"/>
          </a:solidFill>
          <a:ln w="12700">
            <a:solidFill>
              <a:srgbClr val="2E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7_admin_li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39112"/>
            <a:ext cx="7680960" cy="3749039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732520" y="2258568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214884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Solo aparecen los viajes que tienen gastos cargados</a:t>
            </a:r>
          </a:p>
        </p:txBody>
      </p:sp>
      <p:sp>
        <p:nvSpPr>
          <p:cNvPr id="10" name="Oval 9"/>
          <p:cNvSpPr/>
          <p:nvPr/>
        </p:nvSpPr>
        <p:spPr>
          <a:xfrm>
            <a:off x="8732520" y="300837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2898648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Amarillo = pendiente,  verde = ya aprobada</a:t>
            </a:r>
          </a:p>
        </p:txBody>
      </p:sp>
      <p:sp>
        <p:nvSpPr>
          <p:cNvPr id="12" name="Oval 11"/>
          <p:cNvSpPr/>
          <p:nvPr/>
        </p:nvSpPr>
        <p:spPr>
          <a:xfrm>
            <a:off x="8732520" y="3758184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34272" y="3648456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Se puede buscar por viaje, chofer o patente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4507992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4398264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Cada viaje muestra su total por moneda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5532120"/>
            <a:ext cx="2880360" cy="86868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15400" y="5705856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0A5FA"/>
                </a:solidFill>
                <a:latin typeface="Segoe UI"/>
              </a:rPr>
              <a:t>Los importes de cada moneda van por separado, nunca sumados.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PASO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El detalle del viaje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Los 27 campos que Softland necesita, uno por columna.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93392"/>
            <a:ext cx="7772400" cy="3712464"/>
          </a:xfrm>
          <a:prstGeom prst="roundRect">
            <a:avLst>
              <a:gd name="adj" fmla="val 6000"/>
            </a:avLst>
          </a:prstGeom>
          <a:solidFill>
            <a:srgbClr val="0A0C10"/>
          </a:solidFill>
          <a:ln w="12700">
            <a:solidFill>
              <a:srgbClr val="2E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8_admin_tab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39112"/>
            <a:ext cx="7680960" cy="362102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732520" y="2258568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214884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Cada fila es un gasto, con la foto del ticket</a:t>
            </a:r>
          </a:p>
        </p:txBody>
      </p:sp>
      <p:sp>
        <p:nvSpPr>
          <p:cNvPr id="10" name="Oval 9"/>
          <p:cNvSpPr/>
          <p:nvPr/>
        </p:nvSpPr>
        <p:spPr>
          <a:xfrm>
            <a:off x="8732520" y="300837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2898648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La tabla se desplaza a lo ancho: son 27 columnas</a:t>
            </a:r>
          </a:p>
        </p:txBody>
      </p:sp>
      <p:sp>
        <p:nvSpPr>
          <p:cNvPr id="12" name="Oval 11"/>
          <p:cNvSpPr/>
          <p:nvPr/>
        </p:nvSpPr>
        <p:spPr>
          <a:xfrm>
            <a:off x="8732520" y="3758184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34272" y="3648456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Se hace clic en una celda para corregirla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4507992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4398264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El lapiz abre el gasto completo; la papelera lo elimina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5532120"/>
            <a:ext cx="2880360" cy="86868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15400" y="5705856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BBF24"/>
                </a:solidFill>
                <a:latin typeface="Segoe UI"/>
              </a:rPr>
              <a:t>El borrado esta solo aca. Es definitivo: se va tambien la foto.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PASO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Pasar los datos a Softland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Copiar la tabla, o bajarla como archivo.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93392"/>
            <a:ext cx="7772400" cy="3712464"/>
          </a:xfrm>
          <a:prstGeom prst="roundRect">
            <a:avLst>
              <a:gd name="adj" fmla="val 6000"/>
            </a:avLst>
          </a:prstGeom>
          <a:solidFill>
            <a:srgbClr val="0A0C10"/>
          </a:solidFill>
          <a:ln w="12700">
            <a:solidFill>
              <a:srgbClr val="2E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8_admin_tab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39112"/>
            <a:ext cx="7680960" cy="362102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732520" y="2258568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214884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Copiar tabla lleva todo al portapapeles</a:t>
            </a:r>
          </a:p>
        </p:txBody>
      </p:sp>
      <p:sp>
        <p:nvSpPr>
          <p:cNvPr id="10" name="Oval 9"/>
          <p:cNvSpPr/>
          <p:nvPr/>
        </p:nvSpPr>
        <p:spPr>
          <a:xfrm>
            <a:off x="8732520" y="300837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2898648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Se pega en Softland o Excel y cada dato cae en su columna</a:t>
            </a:r>
          </a:p>
        </p:txBody>
      </p:sp>
      <p:sp>
        <p:nvSpPr>
          <p:cNvPr id="12" name="Oval 11"/>
          <p:cNvSpPr/>
          <p:nvPr/>
        </p:nvSpPr>
        <p:spPr>
          <a:xfrm>
            <a:off x="8732520" y="3758184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34272" y="3648456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El boton de cada fila copia solo ese gasto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4507992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4398264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CSV y JSON bajan el archivo completo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5532120"/>
            <a:ext cx="2880360" cy="86868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15400" y="5705856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0A5FA"/>
                </a:solidFill>
                <a:latin typeface="Segoe UI"/>
              </a:rPr>
              <a:t>Las columnas van en el orden exacto de Softland: no hay desfase.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PASO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Aprobar la rendicion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El ultimo paso, cuando los datos ya estan controlados.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93392"/>
            <a:ext cx="7772400" cy="3712464"/>
          </a:xfrm>
          <a:prstGeom prst="roundRect">
            <a:avLst>
              <a:gd name="adj" fmla="val 6000"/>
            </a:avLst>
          </a:prstGeom>
          <a:solidFill>
            <a:srgbClr val="0A0C10"/>
          </a:solidFill>
          <a:ln w="12700">
            <a:solidFill>
              <a:srgbClr val="2E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8_admin_tab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39112"/>
            <a:ext cx="7680960" cy="362102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732520" y="2258568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214884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Antes de aprobar conviene revisar importes y fechas</a:t>
            </a:r>
          </a:p>
        </p:txBody>
      </p:sp>
      <p:sp>
        <p:nvSpPr>
          <p:cNvPr id="10" name="Oval 9"/>
          <p:cNvSpPr/>
          <p:nvPr/>
        </p:nvSpPr>
        <p:spPr>
          <a:xfrm>
            <a:off x="8732520" y="300837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2898648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Al aprobar queda registrado quien y cuando</a:t>
            </a:r>
          </a:p>
        </p:txBody>
      </p:sp>
      <p:sp>
        <p:nvSpPr>
          <p:cNvPr id="12" name="Oval 11"/>
          <p:cNvSpPr/>
          <p:nvPr/>
        </p:nvSpPr>
        <p:spPr>
          <a:xfrm>
            <a:off x="8732520" y="3758184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34272" y="3648456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La rendicion pasa de amarilla a verde en la lista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4507992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4398264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Se puede revocar si hay que corregir algo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5532120"/>
            <a:ext cx="2880360" cy="86868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15400" y="5705856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BBF24"/>
                </a:solidFill>
                <a:latin typeface="Segoe UI"/>
              </a:rPr>
              <a:t>Aprobar no envia nada a Softland: los datos se pasan a mano.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4D399"/>
                </a:solidFill>
                <a:latin typeface="Segoe UI"/>
              </a:rPr>
              <a:t>A PROBARLA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Entra desde tu telefono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9CA3AF"/>
                </a:solidFill>
                <a:latin typeface="Segoe UI"/>
              </a:rPr>
              <a:t>Escanea con la camara. No hay que instalar ninguna aplicacion.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88920"/>
            <a:ext cx="3017520" cy="356616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3108960"/>
            <a:ext cx="2157984" cy="21579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44982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App del chofer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1558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liquidaciondeviajes.vercel.app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788920"/>
            <a:ext cx="3017520" cy="356616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qr_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3108960"/>
            <a:ext cx="2157984" cy="2157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60520" y="544982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Panel de administracion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581558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/admin/login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788920"/>
            <a:ext cx="3749039" cy="356616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55279" y="30632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BBF24"/>
                </a:solidFill>
                <a:latin typeface="Segoe UI"/>
              </a:rPr>
              <a:t>PARA TENER EN CUENTA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520440"/>
            <a:ext cx="32004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A3AF"/>
                </a:solidFill>
                <a:latin typeface="Segoe UI"/>
              </a:rPr>
              <a:t>Carga el gasto en el momento,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A3AF"/>
                </a:solidFill>
                <a:latin typeface="Segoe UI"/>
              </a:rPr>
              <a:t>no lo dejes para despues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A3AF"/>
                </a:solidFill>
                <a:latin typeface="Segoe UI"/>
              </a:rPr>
              <a:t>Que el ticket entre completo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A3AF"/>
                </a:solidFill>
                <a:latin typeface="Segoe UI"/>
              </a:rPr>
              <a:t>en la foto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A3AF"/>
                </a:solidFill>
                <a:latin typeface="Segoe UI"/>
              </a:rPr>
              <a:t>Si el importe salio mal,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A3AF"/>
                </a:solidFill>
                <a:latin typeface="Segoe UI"/>
              </a:rPr>
              <a:t>corregilo antes de guardar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