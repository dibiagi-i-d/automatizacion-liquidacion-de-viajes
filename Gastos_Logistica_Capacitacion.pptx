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D399"/>
                </a:solidFill>
                <a:latin typeface="Segoe UI"/>
              </a:rPr>
              <a:t>CAPACITACION PARA CHOFERES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6949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FFFFFF"/>
                </a:solidFill>
                <a:latin typeface="Segoe UI"/>
              </a:rPr>
              <a:t>Gastos Logistica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9CA3AF"/>
                </a:solidFill>
                <a:latin typeface="Segoe UI"/>
              </a:rPr>
              <a:t>Como cargar los gastos de tu viaje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9CA3AF"/>
                </a:solidFill>
                <a:latin typeface="Segoe UI"/>
              </a:rPr>
              <a:t>desde el celular, sacando una foto.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2628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16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/>
          <a:lstStyle/>
          <a:p>
            <a:pPr algn="ctr"/>
            <a:r>
              <a:rPr sz="1200" b="1">
                <a:solidFill>
                  <a:srgbClr val="9CA3AF"/>
                </a:solidFill>
                <a:latin typeface="Segoe UI"/>
              </a:rPr>
              <a:t>Argentina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4526280"/>
            <a:ext cx="896112" cy="310896"/>
          </a:xfrm>
          <a:prstGeom prst="roundRect">
            <a:avLst>
              <a:gd name="adj" fmla="val 50000"/>
            </a:avLst>
          </a:prstGeom>
          <a:solidFill>
            <a:srgbClr val="16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/>
          <a:lstStyle/>
          <a:p>
            <a:pPr algn="ctr"/>
            <a:r>
              <a:rPr sz="1200" b="1">
                <a:solidFill>
                  <a:srgbClr val="9CA3AF"/>
                </a:solidFill>
                <a:latin typeface="Segoe UI"/>
              </a:rPr>
              <a:t>Chile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4526280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6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/>
          <a:lstStyle/>
          <a:p>
            <a:pPr algn="ctr"/>
            <a:r>
              <a:rPr sz="1200" b="1">
                <a:solidFill>
                  <a:srgbClr val="9CA3AF"/>
                </a:solidFill>
                <a:latin typeface="Segoe UI"/>
              </a:rPr>
              <a:t>Uruguay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600200"/>
            <a:ext cx="3017520" cy="3566160"/>
          </a:xfrm>
          <a:prstGeom prst="roundRect">
            <a:avLst>
              <a:gd name="adj" fmla="val 6000"/>
            </a:avLst>
          </a:prstGeom>
          <a:solidFill>
            <a:srgbClr val="161A22"/>
          </a:solidFill>
          <a:ln w="12700">
            <a:solidFill>
              <a:srgbClr val="2328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28" y="1920240"/>
            <a:ext cx="2157984" cy="2157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66760" y="426110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Escanea para entrar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462686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34D399"/>
                </a:solidFill>
                <a:latin typeface="Segoe UI"/>
              </a:rPr>
              <a:t>liquidaciondeviajes.vercel.app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Segoe UI"/>
              </a:rPr>
              <a:t>Transporte Logistico Internacional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D399"/>
                </a:solidFill>
                <a:latin typeface="Segoe UI"/>
              </a:rPr>
              <a:t>EN 4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8229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De la foto del ticket al gasto cargado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487168" cy="2514600"/>
          </a:xfrm>
          <a:prstGeom prst="roundRect">
            <a:avLst>
              <a:gd name="adj" fmla="val 6000"/>
            </a:avLst>
          </a:prstGeom>
          <a:solidFill>
            <a:srgbClr val="161A22"/>
          </a:solidFill>
          <a:ln w="12700">
            <a:solidFill>
              <a:srgbClr val="2328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15568" y="2578608"/>
            <a:ext cx="566928" cy="566928"/>
          </a:xfrm>
          <a:prstGeom prst="ellipse">
            <a:avLst/>
          </a:prstGeom>
          <a:solidFill>
            <a:srgbClr val="10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34D399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3337560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Segoe UI"/>
              </a:rPr>
              <a:t>Ingresa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794760"/>
            <a:ext cx="19385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CA3AF"/>
                </a:solidFill>
                <a:latin typeface="Segoe UI"/>
              </a:rPr>
              <a:t>Elegis tu nombre y tu camion.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CA3AF"/>
                </a:solidFill>
                <a:latin typeface="Segoe UI"/>
              </a:rPr>
              <a:t>Una sola vez al empezar.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2286000"/>
            <a:ext cx="2487168" cy="2514600"/>
          </a:xfrm>
          <a:prstGeom prst="roundRect">
            <a:avLst>
              <a:gd name="adj" fmla="val 6000"/>
            </a:avLst>
          </a:prstGeom>
          <a:solidFill>
            <a:srgbClr val="161A22"/>
          </a:solidFill>
          <a:ln w="12700">
            <a:solidFill>
              <a:srgbClr val="2328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785616" y="2578608"/>
            <a:ext cx="566928" cy="566928"/>
          </a:xfrm>
          <a:prstGeom prst="ellipse">
            <a:avLst/>
          </a:prstGeom>
          <a:solidFill>
            <a:srgbClr val="10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34D399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5616" y="3337560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Segoe UI"/>
              </a:rPr>
              <a:t>Tu viaje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5616" y="3794760"/>
            <a:ext cx="19385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CA3AF"/>
                </a:solidFill>
                <a:latin typeface="Segoe UI"/>
              </a:rPr>
              <a:t>El sistema encuentra solo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CA3AF"/>
                </a:solidFill>
                <a:latin typeface="Segoe UI"/>
              </a:rPr>
              <a:t>la hoja de ruta que te toca.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2286000"/>
            <a:ext cx="2487168" cy="2514600"/>
          </a:xfrm>
          <a:prstGeom prst="roundRect">
            <a:avLst>
              <a:gd name="adj" fmla="val 6000"/>
            </a:avLst>
          </a:prstGeom>
          <a:solidFill>
            <a:srgbClr val="161A22"/>
          </a:solidFill>
          <a:ln w="12700">
            <a:solidFill>
              <a:srgbClr val="2328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55664" y="2578608"/>
            <a:ext cx="566928" cy="566928"/>
          </a:xfrm>
          <a:prstGeom prst="ellipse">
            <a:avLst/>
          </a:prstGeom>
          <a:solidFill>
            <a:srgbClr val="10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34D399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3337560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Segoe UI"/>
              </a:rPr>
              <a:t>La foto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794760"/>
            <a:ext cx="19385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CA3AF"/>
                </a:solidFill>
                <a:latin typeface="Segoe UI"/>
              </a:rPr>
              <a:t>Sacas la foto del ticket.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CA3AF"/>
                </a:solidFill>
                <a:latin typeface="Segoe UI"/>
              </a:rPr>
              <a:t>Nada mas que eso.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3104" y="2286000"/>
            <a:ext cx="2487168" cy="2514600"/>
          </a:xfrm>
          <a:prstGeom prst="roundRect">
            <a:avLst>
              <a:gd name="adj" fmla="val 6000"/>
            </a:avLst>
          </a:prstGeom>
          <a:solidFill>
            <a:srgbClr val="161A22"/>
          </a:solidFill>
          <a:ln w="12700">
            <a:solidFill>
              <a:srgbClr val="2328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125712" y="2578608"/>
            <a:ext cx="566928" cy="566928"/>
          </a:xfrm>
          <a:prstGeom prst="ellipse">
            <a:avLst/>
          </a:prstGeom>
          <a:solidFill>
            <a:srgbClr val="10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34D399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3337560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Segoe UI"/>
              </a:rPr>
              <a:t>Listo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3794760"/>
            <a:ext cx="19385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CA3AF"/>
                </a:solidFill>
                <a:latin typeface="Segoe UI"/>
              </a:rPr>
              <a:t>La IA completa los datos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CA3AF"/>
                </a:solidFill>
                <a:latin typeface="Segoe UI"/>
              </a:rPr>
              <a:t>y vos confirmas.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138928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10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34440" y="5376672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34D399"/>
                </a:solidFill>
                <a:latin typeface="Segoe UI"/>
              </a:rPr>
              <a:t>No hace falta saber de sistemas. Si sacas una foto con el celular, ya sabes usarla.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D399"/>
                </a:solidFill>
                <a:latin typeface="Segoe UI"/>
              </a:rPr>
              <a:t>PASO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6766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Ingresa a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CA3AF"/>
                </a:solidFill>
                <a:latin typeface="Segoe UI"/>
              </a:rPr>
              <a:t>Dos datos y listo. No hay usuario ni contrasena.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807208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69748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Escribi tu apellido y elegite de la lista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465576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35584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Escribi la patente de tu camion y elegila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23944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014216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Fijate que los dos datos queden en verde y azul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782312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4672584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Toca Ingresar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257800"/>
            <a:ext cx="6675120" cy="841248"/>
          </a:xfrm>
          <a:prstGeom prst="roundRect">
            <a:avLst>
              <a:gd name="adj" fmla="val 6000"/>
            </a:avLst>
          </a:prstGeom>
          <a:solidFill>
            <a:srgbClr val="161A22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43000" y="5504688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60A5FA"/>
                </a:solidFill>
                <a:latin typeface="Segoe UI"/>
              </a:rPr>
              <a:t>Importante: elegi TU camion. Si elegis otro, no vas a ver tu viaje.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13648" y="566928"/>
            <a:ext cx="2788920" cy="5724144"/>
          </a:xfrm>
          <a:prstGeom prst="roundRect">
            <a:avLst>
              <a:gd name="adj" fmla="val 6000"/>
            </a:avLst>
          </a:prstGeom>
          <a:solidFill>
            <a:srgbClr val="0A0C10"/>
          </a:solidFill>
          <a:ln w="12700">
            <a:solidFill>
              <a:srgbClr val="2E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685800"/>
            <a:ext cx="2551176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D399"/>
                </a:solidFill>
                <a:latin typeface="Segoe UI"/>
              </a:rPr>
              <a:t>PASO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6766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El sistema busca tu viaje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CA3AF"/>
                </a:solidFill>
                <a:latin typeface="Segoe UI"/>
              </a:rPr>
              <a:t>No tenes que elegir nada: la app sabe cual es tu hoja de ruta.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807208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69748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Aparece el numero de viaje que te toca hoy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465576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35584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Con el tractor, el semi y la fecha de salida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23944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014216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Si dice TIEMPO REAL, salio del sistema de la empresa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782312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4672584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Toca Agregar gasto a este viaje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257800"/>
            <a:ext cx="6675120" cy="841248"/>
          </a:xfrm>
          <a:prstGeom prst="roundRect">
            <a:avLst>
              <a:gd name="adj" fmla="val 6000"/>
            </a:avLst>
          </a:prstGeom>
          <a:solidFill>
            <a:srgbClr val="161A22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43000" y="5504688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BBF24"/>
                </a:solidFill>
                <a:latin typeface="Segoe UI"/>
              </a:rPr>
              <a:t>Si no aparece ningun viaje, revisa que hayas elegido bien tu camion.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13648" y="566928"/>
            <a:ext cx="2788920" cy="5724144"/>
          </a:xfrm>
          <a:prstGeom prst="roundRect">
            <a:avLst>
              <a:gd name="adj" fmla="val 6000"/>
            </a:avLst>
          </a:prstGeom>
          <a:solidFill>
            <a:srgbClr val="0A0C10"/>
          </a:solidFill>
          <a:ln w="12700">
            <a:solidFill>
              <a:srgbClr val="2E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02_via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685800"/>
            <a:ext cx="2551176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D399"/>
                </a:solidFill>
                <a:latin typeface="Segoe UI"/>
              </a:rPr>
              <a:t>PASO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6766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Sacale la foto al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CA3AF"/>
                </a:solidFill>
                <a:latin typeface="Segoe UI"/>
              </a:rPr>
              <a:t>Este es el unico paso que realmente hacas vos.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807208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69748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Toca el boton de la camara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465576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35584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Apoya el ticket en una superficie plana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23944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014216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Que entre completo y se lea bien el TOTAL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782312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4672584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Evita sombras, reflejos y fotos movidas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257800"/>
            <a:ext cx="6675120" cy="841248"/>
          </a:xfrm>
          <a:prstGeom prst="roundRect">
            <a:avLst>
              <a:gd name="adj" fmla="val 6000"/>
            </a:avLst>
          </a:prstGeom>
          <a:solidFill>
            <a:srgbClr val="161A22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43000" y="5504688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60A5FA"/>
                </a:solidFill>
                <a:latin typeface="Segoe UI"/>
              </a:rPr>
              <a:t>Una foto clara es la diferencia entre que salga bien o tener que corregir.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13648" y="566928"/>
            <a:ext cx="2788920" cy="5724144"/>
          </a:xfrm>
          <a:prstGeom prst="roundRect">
            <a:avLst>
              <a:gd name="adj" fmla="val 6000"/>
            </a:avLst>
          </a:prstGeom>
          <a:solidFill>
            <a:srgbClr val="0A0C10"/>
          </a:solidFill>
          <a:ln w="12700">
            <a:solidFill>
              <a:srgbClr val="2E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03_f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685800"/>
            <a:ext cx="2551176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D399"/>
                </a:solidFill>
                <a:latin typeface="Segoe UI"/>
              </a:rPr>
              <a:t>PASO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6766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La IA completa los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CA3AF"/>
                </a:solidFill>
                <a:latin typeface="Segoe UI"/>
              </a:rPr>
              <a:t>En unos segundos el formulario se llena solo.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807208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69748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Lee el importe, la fecha y el pais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465576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35584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Reconoce el comercio y clasifica el gasto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23944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014216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Revisa que el importe sea el correcto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782312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4672584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Toca Guardar gasto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257800"/>
            <a:ext cx="6675120" cy="841248"/>
          </a:xfrm>
          <a:prstGeom prst="roundRect">
            <a:avLst>
              <a:gd name="adj" fmla="val 6000"/>
            </a:avLst>
          </a:prstGeom>
          <a:solidFill>
            <a:srgbClr val="161A22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43000" y="5504688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BBF24"/>
                </a:solidFill>
                <a:latin typeface="Segoe UI"/>
              </a:rPr>
              <a:t>Siempre revisa el importe antes de guardar. La IA se puede equivocar.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13648" y="566928"/>
            <a:ext cx="2788920" cy="5724144"/>
          </a:xfrm>
          <a:prstGeom prst="roundRect">
            <a:avLst>
              <a:gd name="adj" fmla="val 6000"/>
            </a:avLst>
          </a:prstGeom>
          <a:solidFill>
            <a:srgbClr val="0A0C10"/>
          </a:solidFill>
          <a:ln w="12700">
            <a:solidFill>
              <a:srgbClr val="2E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04_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685800"/>
            <a:ext cx="2551176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D399"/>
                </a:solidFill>
                <a:latin typeface="Segoe UI"/>
              </a:rPr>
              <a:t>PASO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6766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Consulta lo que cargaste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CA3AF"/>
                </a:solidFill>
                <a:latin typeface="Segoe UI"/>
              </a:rPr>
              <a:t>En Rendicion ves todos los gastos de tu viaje.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807208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69748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El total aparece separado por moneda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465576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35584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Los pesos argentinos no se mezclan con los chilenos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23944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014216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Podes entrar al viaje y ver gasto por gasto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782312"/>
            <a:ext cx="118872" cy="11887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4672584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CA3AF"/>
                </a:solidFill>
                <a:latin typeface="Segoe UI"/>
              </a:rPr>
              <a:t>Si cargaste uno mal, lo podes borrar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257800"/>
            <a:ext cx="6675120" cy="841248"/>
          </a:xfrm>
          <a:prstGeom prst="roundRect">
            <a:avLst>
              <a:gd name="adj" fmla="val 6000"/>
            </a:avLst>
          </a:prstGeom>
          <a:solidFill>
            <a:srgbClr val="161A22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43000" y="5504688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60A5FA"/>
                </a:solidFill>
                <a:latin typeface="Segoe UI"/>
              </a:rPr>
              <a:t>Cada moneda lleva su propio total. No se suman entre si.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13648" y="566928"/>
            <a:ext cx="2788920" cy="5724144"/>
          </a:xfrm>
          <a:prstGeom prst="roundRect">
            <a:avLst>
              <a:gd name="adj" fmla="val 6000"/>
            </a:avLst>
          </a:prstGeom>
          <a:solidFill>
            <a:srgbClr val="0A0C10"/>
          </a:solidFill>
          <a:ln w="12700">
            <a:solidFill>
              <a:srgbClr val="2E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05_rendi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685800"/>
            <a:ext cx="2551176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D399"/>
                </a:solidFill>
                <a:latin typeface="Segoe UI"/>
              </a:rPr>
              <a:t>A PROBARLA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6949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Segoe UI"/>
              </a:rPr>
              <a:t>Entra desde tu celular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6583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9CA3AF"/>
                </a:solidFill>
                <a:latin typeface="Segoe UI"/>
              </a:rPr>
              <a:t>Escanea el codigo con la camara del telefono.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9CA3AF"/>
                </a:solidFill>
                <a:latin typeface="Segoe UI"/>
              </a:rPr>
              <a:t>No hay que instalar ninguna aplicacion.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4123944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402336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A3AF"/>
                </a:solidFill>
                <a:latin typeface="Segoe UI"/>
              </a:rPr>
              <a:t>Cargá el gasto en el momento, no lo dejes para despues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672584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45720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A3AF"/>
                </a:solidFill>
                <a:latin typeface="Segoe UI"/>
              </a:rPr>
              <a:t>Que el ticket entre completo en la foto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5221224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51206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A3AF"/>
                </a:solidFill>
                <a:latin typeface="Segoe UI"/>
              </a:rPr>
              <a:t>Si el importe salio mal, corregilo antes de guardar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600200"/>
            <a:ext cx="3017520" cy="3566160"/>
          </a:xfrm>
          <a:prstGeom prst="roundRect">
            <a:avLst>
              <a:gd name="adj" fmla="val 6000"/>
            </a:avLst>
          </a:prstGeom>
          <a:solidFill>
            <a:srgbClr val="161A22"/>
          </a:solidFill>
          <a:ln w="12700">
            <a:solidFill>
              <a:srgbClr val="2328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28" y="1920240"/>
            <a:ext cx="2157984" cy="2157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66760" y="426110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Escanea para entrar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62686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34D399"/>
                </a:solidFill>
                <a:latin typeface="Segoe UI"/>
              </a:rPr>
              <a:t>liquidaciondeviajes.vercel.app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