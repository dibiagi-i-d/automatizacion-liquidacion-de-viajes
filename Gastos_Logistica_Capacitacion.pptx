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CAPACITACION PARA CHOFERES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Gastos Logistica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9CA3AF"/>
                </a:solidFill>
                <a:latin typeface="Segoe UI"/>
              </a:rPr>
              <a:t>Como cargar los gastos de tu viaje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9CA3AF"/>
                </a:solidFill>
                <a:latin typeface="Segoe UI"/>
              </a:rPr>
              <a:t>desde el celular, sacando una foto.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/>
          <a:lstStyle/>
          <a:p>
            <a:pPr algn="ctr"/>
            <a:r>
              <a:rPr sz="1200" b="1">
                <a:solidFill>
                  <a:srgbClr val="9CA3AF"/>
                </a:solidFill>
                <a:latin typeface="Segoe UI"/>
              </a:rPr>
              <a:t>Argentina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52628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/>
          <a:lstStyle/>
          <a:p>
            <a:pPr algn="ctr"/>
            <a:r>
              <a:rPr sz="1200" b="1">
                <a:solidFill>
                  <a:srgbClr val="9CA3AF"/>
                </a:solidFill>
                <a:latin typeface="Segoe UI"/>
              </a:rPr>
              <a:t>Chile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526280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/>
          <a:lstStyle/>
          <a:p>
            <a:pPr algn="ctr"/>
            <a:r>
              <a:rPr sz="1200" b="1">
                <a:solidFill>
                  <a:srgbClr val="9CA3AF"/>
                </a:solidFill>
                <a:latin typeface="Segoe UI"/>
              </a:rPr>
              <a:t>Uruguay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60020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1920240"/>
            <a:ext cx="2157984" cy="2157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760" y="42611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App del chofer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6268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liquidaciondeviajes.vercel.app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Segoe UI"/>
              </a:rPr>
              <a:t>Transporte Logistico Internacional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EN 4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De la foto del ticket al gasto cargado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15568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Ingresa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Elegis tu nombre y tu camion.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Una sola vez al empezar.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785616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6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Tu viaje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El sistema encuentra solo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hoja de ruta que te toca.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55664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La foto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Sacas la foto del ticket.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Nada mas que eso.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2286000"/>
            <a:ext cx="2487168" cy="251460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125712" y="2578608"/>
            <a:ext cx="566928" cy="566928"/>
          </a:xfrm>
          <a:prstGeom prst="ellipse">
            <a:avLst/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4D399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33756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Listo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794760"/>
            <a:ext cx="19385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IA completa los datos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y vos confirmas.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3892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34440" y="53766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4D399"/>
                </a:solidFill>
                <a:latin typeface="Segoe UI"/>
              </a:rPr>
              <a:t>No hace falta saber de sistemas. Si sacas una foto con el celular, ya sabes usarla.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03C30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PRIMERA 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El chofer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427939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1605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Ingresa con su nombre y su camion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484632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7274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El sistema le muestra el viaje que esta haciendo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541324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5294376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Saca la foto del ticket y la IA completa los datos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59801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586130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Puede consultar lo que lleva cargado en ese viaje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Ingresa a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Dos datos y listo. No hay usuario ni contrasena.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Escribi tu apellido y elegite de la lista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Escribi la patente de tu camion y elegila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Fijate que los dos datos queden en verde y azul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Ingresar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Elegi TU camion. Con el de otro chofer no vas a ver ningun viaje.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El sistema busca tu viaje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No tenes que elegir nada: la app sabe cual es tu hoja de ruta.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Aparece el numero de viaje que estas haciendo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Con el tractor, el semi y la fecha de salida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Si dice TIEMPO REAL, salio del sistema de la empresa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Agregar gasto a este viaje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BF24"/>
                </a:solidFill>
                <a:latin typeface="Segoe UI"/>
              </a:rPr>
              <a:t>Se busca cruzando tu legajo con la patente: solo aparece tu viaje.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2_vi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Sacale la foto al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Este es el unico paso que realmente hacas vos.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el boton de la camara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Apoya el ticket en una superficie plana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Que entre completo y se lea bien el TOTAL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Evita sombras, reflejos y fotos movidas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Una foto clara es la diferencia entre que salga bien o tener que corregir.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3_f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La IA completa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En unos segundos quedan solo cuatro campos para revisar.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Lee el importe, la fecha y el pais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Reconoce el comercio y clasifica el gasto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Revisa que el importe sea el correcto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Toca Guardar gasto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BF24"/>
                </a:solidFill>
                <a:latin typeface="Segoe UI"/>
              </a:rPr>
              <a:t>Solo ves Fecha, Pais, Importe y Descripcion. Lo demas lo resuelve el sistema.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4_resul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PASO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Consulta tu rendicion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CA3AF"/>
                </a:solidFill>
                <a:latin typeface="Segoe UI"/>
              </a:rPr>
              <a:t>Solo el viaje en curso, con un total por cada moneda.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Se muestra unicamente la hoja de ruta en uso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655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558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Los pesos argentinos y los chilenos van separados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2394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1421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Ver detalle lista los gastos uno por uno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725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Los gastos no se borran desde el celular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550468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Cada moneda lleva su propio total. Nunca se suman entre 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566928"/>
            <a:ext cx="2788920" cy="572414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05_rend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511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03C30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SEGUNDA 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Administracion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427939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1605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Revisa las rendiciones que cargaron los choferes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484632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72744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Corrige los datos que la IA pudo leer mal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541324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5294376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Aprueba la rendicion cuando esta controlada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59801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5861304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Copia la fila y la pega en Softland, a mano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0020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qr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1920240"/>
            <a:ext cx="2157984" cy="2157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6760" y="42611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Panel de administracion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6268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/admin/login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Entrar al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Se accede desde /admin, con usuario y contrasena propios.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4645152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6_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455371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Es una pantalla aparte de la del chofer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Solo para el area administrativa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entra por /admin/login (o con el QR)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cierra con el boton Salir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0A5FA"/>
                </a:solidFill>
                <a:latin typeface="Segoe UI"/>
              </a:rPr>
              <a:t>El chofer nunca ve este panel ni los datos de otros choferes.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La lista de rendiciones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De un vistazo: cuantas hay, cuales faltan revisar y cuanto suman.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840479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7_admin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74903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Solo aparecen los viajes que tienen gastos cargados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Amarillo = pendiente,  verde = ya aprobada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puede buscar por viaje, chofer o patente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Cada viaje muestra su total por moneda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0A5FA"/>
                </a:solidFill>
                <a:latin typeface="Segoe UI"/>
              </a:rPr>
              <a:t>Los importes de cada moneda van por separado, nunca sumados.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El detalle del viaje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Los 27 campos que Softland necesita, uno por columna.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71246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8_admin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6210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Cada fila es un gasto, con la foto del ticket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tabla se desplaza a lo ancho: son 27 columnas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hace clic en una celda para corregirla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El lapiz abre el gasto completo; la papelera lo elimina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BF24"/>
                </a:solidFill>
                <a:latin typeface="Segoe UI"/>
              </a:rPr>
              <a:t>El borrado esta solo aca. Es definitivo: se va tambien la foto.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Aprobar la rendicion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Cuando los datos ya estan controlados.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71246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8_admin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6210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Antes de aprobar, revisa importes y fechas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Al aprobar queda registrado quien y cuando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La rendicion pasa de amarilla a verde en la lista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Se puede revocar si despues hay que corregir algo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BF24"/>
                </a:solidFill>
                <a:latin typeface="Segoe UI"/>
              </a:rPr>
              <a:t>Aprobar deja la rendicion lista, pero todavia no la carga en Softland.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PASO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Cargarla en Softland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3AF"/>
                </a:solidFill>
                <a:latin typeface="Segoe UI"/>
              </a:rPr>
              <a:t>Por ahora el sistema no carga solo en Softland: este paso se hace a 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7772400" cy="3712464"/>
          </a:xfrm>
          <a:prstGeom prst="roundRect">
            <a:avLst>
              <a:gd name="adj" fmla="val 6000"/>
            </a:avLst>
          </a:prstGeom>
          <a:solidFill>
            <a:srgbClr val="0A0C10"/>
          </a:solidFill>
          <a:ln w="12700">
            <a:solidFill>
              <a:srgbClr val="2E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8_admin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7680960" cy="36210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32520" y="225856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1488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1.  Abri el viaje y revisa que este todo bien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00837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89864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2.  Toca Copiar tabla (o el boton de una sola fila)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375818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36484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3.  En Softland, parate en la primera celda de la fila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45079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398264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  <a:latin typeface="Segoe UI"/>
              </a:rPr>
              <a:t>4.  Pega con Ctrl+V: cada dato cae en su columna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532120"/>
            <a:ext cx="2880360" cy="86868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570585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60A5FA"/>
                </a:solidFill>
                <a:latin typeface="Segoe UI"/>
              </a:rPr>
              <a:t>Las columnas de descripcion se completan solas. No hay que tocarlas.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A PROBARLA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Entra desde tu telefono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CA3AF"/>
                </a:solidFill>
                <a:latin typeface="Segoe UI"/>
              </a:rPr>
              <a:t>Escanea con la camara. No hay que instalar ninguna aplicacion.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108960"/>
            <a:ext cx="2157984" cy="2157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4498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App del chofer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1558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liquidaciondeviajes.vercel.app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78892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qr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3108960"/>
            <a:ext cx="2157984" cy="2157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0520" y="54498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Panel de administracion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81558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/admin/login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78892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161A22"/>
          </a:solidFill>
          <a:ln w="12700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79" y="3063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PARA TENER EN CUENTA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520440"/>
            <a:ext cx="3200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Carga el gasto en el momento,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no lo dejes para despues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Que el ticket entre completo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en la foto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Si el importe salio mal,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Segoe UI"/>
              </a:rPr>
              <a:t>corregilo antes de guardar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